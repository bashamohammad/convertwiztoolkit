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 b="1"/>
              <a:t>Hello World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