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75764" y="1818409"/>
          <a:ext cx="7769411" cy="1298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882"/>
                <a:gridCol w="1553882"/>
                <a:gridCol w="1553882"/>
                <a:gridCol w="1553882"/>
                <a:gridCol w="1553883"/>
              </a:tblGrid>
              <a:tr h="216477">
                <a:tc>
                  <a:txBody>
                    <a:bodyPr/>
                    <a:lstStyle/>
                    <a:p>
                      <a:r>
                        <a:rPr sz="900" b="1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Q1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Q2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Q3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Q4 Sales</a:t>
                      </a:r>
                    </a:p>
                  </a:txBody>
                  <a:tcPr/>
                </a:tc>
              </a:tr>
              <a:tr h="216477">
                <a:tc>
                  <a:txBody>
                    <a:bodyPr/>
                    <a:lstStyle/>
                    <a:p>
                      <a:r>
                        <a:rPr sz="900"/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165,200</a:t>
                      </a:r>
                    </a:p>
                  </a:txBody>
                  <a:tcPr/>
                </a:tc>
              </a:tr>
              <a:tr h="216477">
                <a:tc>
                  <a:txBody>
                    <a:bodyPr/>
                    <a:lstStyle/>
                    <a:p>
                      <a:r>
                        <a:rPr sz="900"/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128,400</a:t>
                      </a:r>
                    </a:p>
                  </a:txBody>
                  <a:tcPr/>
                </a:tc>
              </a:tr>
              <a:tr h="216477">
                <a:tc>
                  <a:txBody>
                    <a:bodyPr/>
                    <a:lstStyle/>
                    <a:p>
                      <a:r>
                        <a:rPr sz="900"/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98,750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115,600</a:t>
                      </a:r>
                    </a:p>
                  </a:txBody>
                  <a:tcPr/>
                </a:tc>
              </a:tr>
              <a:tr h="216477">
                <a:tc>
                  <a:txBody>
                    <a:bodyPr/>
                    <a:lstStyle/>
                    <a:p>
                      <a:r>
                        <a:rPr sz="900"/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48,900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58,300</a:t>
                      </a:r>
                    </a:p>
                  </a:txBody>
                  <a:tcPr/>
                </a:tc>
              </a:tr>
              <a:tr h="216478">
                <a:tc>
                  <a:txBody>
                    <a:bodyPr/>
                    <a:lstStyle/>
                    <a:p>
                      <a:r>
                        <a:rPr sz="9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355,700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384,700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405,650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467,500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75764" y="400049"/>
            <a:ext cx="3427744" cy="2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000080"/>
                </a:solidFill>
              </a:rPr>
              <a:t>Monthly Sales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764" y="822180"/>
            <a:ext cx="2813214" cy="16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4D4D4D"/>
                </a:solidFill>
              </a:rPr>
              <a:t>Q4 2025 - 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764" y="1196469"/>
            <a:ext cx="6266612" cy="13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/>
              <a:t>This report contains quarterly sales data broken down by region and product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764" y="1369651"/>
            <a:ext cx="3343103" cy="13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/>
              <a:t>All figures are in USD unless otherwise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764" y="3423155"/>
            <a:ext cx="3534962" cy="10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08080"/>
                </a:solidFill>
              </a:rPr>
              <a:t>Notes: All sales figures are preliminary and subject to audit.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75764" y="952500"/>
          <a:ext cx="7022352" cy="1082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588"/>
                <a:gridCol w="1755588"/>
                <a:gridCol w="1755588"/>
                <a:gridCol w="1755588"/>
              </a:tblGrid>
              <a:tr h="216477">
                <a:tc>
                  <a:txBody>
                    <a:bodyPr/>
                    <a:lstStyle/>
                    <a:p>
                      <a:r>
                        <a:rPr sz="9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Growth %</a:t>
                      </a:r>
                    </a:p>
                  </a:txBody>
                  <a:tcPr/>
                </a:tc>
              </a:tr>
              <a:tr h="216477">
                <a:tc>
                  <a:txBody>
                    <a:bodyPr/>
                    <a:lstStyle/>
                    <a:p>
                      <a:r>
                        <a:rPr sz="900"/>
                        <a:t>Software 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+12.5%</a:t>
                      </a:r>
                    </a:p>
                  </a:txBody>
                  <a:tcPr/>
                </a:tc>
              </a:tr>
              <a:tr h="216477">
                <a:tc>
                  <a:txBody>
                    <a:bodyPr/>
                    <a:lstStyle/>
                    <a:p>
                      <a:r>
                        <a:rPr sz="900"/>
                        <a:t>Cloud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+28.3%</a:t>
                      </a:r>
                    </a:p>
                  </a:txBody>
                  <a:tcPr/>
                </a:tc>
              </a:tr>
              <a:tr h="216477">
                <a:tc>
                  <a:txBody>
                    <a:bodyPr/>
                    <a:lstStyle/>
                    <a:p>
                      <a:r>
                        <a:rPr sz="900"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-5.2%</a:t>
                      </a:r>
                    </a:p>
                  </a:txBody>
                  <a:tcPr/>
                </a:tc>
              </a:tr>
              <a:tr h="216478">
                <a:tc>
                  <a:txBody>
                    <a:bodyPr/>
                    <a:lstStyle/>
                    <a:p>
                      <a:r>
                        <a:rPr sz="900"/>
                        <a:t>Consulting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+8.7%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75764" y="455901"/>
            <a:ext cx="3512640" cy="214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004D00"/>
                </a:solidFill>
              </a:rPr>
              <a:t>Product Category Breakdown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