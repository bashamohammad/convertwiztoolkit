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/>
              <a:t>Iqbal Basha Mohammad</a:t>
            </a:r>
          </a:p>
          <a:p>
            <a:pPr>
              <a:spcAft>
                <a:spcPts val="600"/>
              </a:spcAft>
            </a:pPr>
            <a:r>
              <a:rPr sz="1200" b="0"/>
              <a:t>Bangalore, India</a:t>
            </a:r>
          </a:p>
          <a:p>
            <a:pPr>
              <a:spcAft>
                <a:spcPts val="600"/>
              </a:spcAft>
            </a:pPr>
            <a:r>
              <a:rPr sz="1200" b="0"/>
              <a:t>📧 iqbalbashasi@gmail.com | 📞 +91-8904639583</a:t>
            </a:r>
          </a:p>
          <a:p>
            <a:pPr>
              <a:spcAft>
                <a:spcPts val="600"/>
              </a:spcAft>
            </a:pPr>
            <a:r>
              <a:rPr sz="1200" b="1"/>
              <a:t>Hiring Manager</a:t>
            </a:r>
          </a:p>
          <a:p>
            <a:pPr>
              <a:spcAft>
                <a:spcPts val="600"/>
              </a:spcAft>
            </a:pPr>
            <a:r>
              <a:rPr sz="1200" b="0"/>
              <a:t>CRH Group Services Ltd.</a:t>
            </a:r>
          </a:p>
          <a:p>
            <a:pPr>
              <a:spcAft>
                <a:spcPts val="600"/>
              </a:spcAft>
            </a:pPr>
            <a:r>
              <a:rPr sz="1200" b="0"/>
              <a:t>Amsterdam, Netherlands</a:t>
            </a:r>
          </a:p>
          <a:p>
            <a:pPr>
              <a:spcAft>
                <a:spcPts val="600"/>
              </a:spcAft>
            </a:pPr>
            <a:r>
              <a:rPr sz="1200" b="1"/>
              <a:t>Subject : Application for Microsoft 365 Platform Manager</a:t>
            </a:r>
          </a:p>
          <a:p>
            <a:pPr>
              <a:spcAft>
                <a:spcPts val="600"/>
              </a:spcAft>
            </a:pPr>
            <a:r>
              <a:rPr sz="1200" b="0"/>
              <a:t>Dear Hiring Manager,</a:t>
            </a:r>
          </a:p>
          <a:p>
            <a:pPr>
              <a:spcAft>
                <a:spcPts val="600"/>
              </a:spcAft>
            </a:pPr>
            <a:r>
              <a:rPr sz="1200" b="0"/>
              <a:t>I am writing to express my interest in the Microsoft 365 Platform Manager role at CRH. With</a:t>
            </a:r>
          </a:p>
          <a:p>
            <a:pPr>
              <a:spcAft>
                <a:spcPts val="600"/>
              </a:spcAft>
            </a:pPr>
            <a:r>
              <a:rPr sz="1200" b="0"/>
              <a:t>18+ years in Microsoft 365, Power Platform, and SharePoint, I have led large-scale</a:t>
            </a:r>
          </a:p>
          <a:p>
            <a:pPr>
              <a:spcAft>
                <a:spcPts val="600"/>
              </a:spcAft>
            </a:pPr>
            <a:r>
              <a:rPr sz="1200" b="0"/>
              <a:t>migrations and governance programs that improved collaboration, security, and compliance</a:t>
            </a:r>
          </a:p>
          <a:p>
            <a:pPr>
              <a:spcAft>
                <a:spcPts val="600"/>
              </a:spcAft>
            </a:pPr>
            <a:r>
              <a:rPr sz="1200" b="0"/>
              <a:t>for global enterprises.</a:t>
            </a:r>
          </a:p>
          <a:p>
            <a:pPr>
              <a:spcAft>
                <a:spcPts val="600"/>
              </a:spcAft>
            </a:pPr>
            <a:r>
              <a:rPr sz="1200" b="0"/>
              <a:t>At Microland, I recently managed a cross-tenant migration of 95,000+ users and 290 TB of</a:t>
            </a:r>
          </a:p>
          <a:p>
            <a:pPr>
              <a:spcAft>
                <a:spcPts val="600"/>
              </a:spcAft>
            </a:pPr>
            <a:r>
              <a:rPr sz="1200" b="0"/>
              <a:t>data with minimal disruption. I also designed PowerApps and automated workflows that</a:t>
            </a:r>
          </a:p>
          <a:p>
            <a:pPr>
              <a:spcAft>
                <a:spcPts val="600"/>
              </a:spcAft>
            </a:pPr>
            <a:r>
              <a:rPr sz="1200" b="0"/>
              <a:t>reduced manual tasks by 60% while ensuring governance and adoption across business</a:t>
            </a:r>
          </a:p>
          <a:p>
            <a:pPr>
              <a:spcAft>
                <a:spcPts val="600"/>
              </a:spcAft>
            </a:pPr>
            <a:r>
              <a:rPr sz="1200" b="0"/>
              <a:t>units. These experiences align closely with your need to optimize Microsoft 365 services at a</a:t>
            </a:r>
          </a:p>
          <a:p>
            <a:pPr>
              <a:spcAft>
                <a:spcPts val="600"/>
              </a:spcAft>
            </a:pPr>
            <a:r>
              <a:rPr sz="1200" b="0"/>
              <a:t>global level.</a:t>
            </a:r>
          </a:p>
          <a:p>
            <a:pPr>
              <a:spcAft>
                <a:spcPts val="600"/>
              </a:spcAft>
            </a:pPr>
            <a:r>
              <a:rPr sz="1200" b="0"/>
              <a:t>I am inspired by CRH’s commitment to building a connected and sustainable digital</a:t>
            </a:r>
          </a:p>
          <a:p>
            <a:pPr>
              <a:spcAft>
                <a:spcPts val="600"/>
              </a:spcAft>
            </a:pPr>
            <a:r>
              <a:rPr sz="1200" b="0"/>
              <a:t>workplace. I would welcome the chance to discuss how my expertise can support your</a:t>
            </a:r>
          </a:p>
          <a:p>
            <a:pPr>
              <a:spcAft>
                <a:spcPts val="600"/>
              </a:spcAft>
            </a:pPr>
            <a:r>
              <a:rPr sz="1200" b="0"/>
              <a:t>Microsoft 365 roadmap and add value to the Central Technical Services team.</a:t>
            </a:r>
          </a:p>
          <a:p>
            <a:pPr>
              <a:spcAft>
                <a:spcPts val="600"/>
              </a:spcAft>
            </a:pPr>
            <a:r>
              <a:rPr sz="1200" b="0"/>
              <a:t>Kind regards,</a:t>
            </a:r>
          </a:p>
          <a:p>
            <a:r>
              <a:rPr sz="1200" b="1"/>
              <a:t>Iqbal Basha Mohammad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